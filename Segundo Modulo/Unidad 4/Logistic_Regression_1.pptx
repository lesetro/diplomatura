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6" r:id="rId2"/>
    <p:sldId id="256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77" r:id="rId14"/>
    <p:sldId id="270" r:id="rId15"/>
    <p:sldId id="260" r:id="rId16"/>
    <p:sldId id="271" r:id="rId17"/>
    <p:sldId id="272" r:id="rId18"/>
    <p:sldId id="273" r:id="rId19"/>
    <p:sldId id="274" r:id="rId20"/>
    <p:sldId id="265" r:id="rId21"/>
  </p:sldIdLst>
  <p:sldSz cx="1625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893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52285" y="3352801"/>
            <a:ext cx="11887199" cy="3017041"/>
          </a:xfrm>
        </p:spPr>
        <p:txBody>
          <a:bodyPr anchor="b">
            <a:normAutofit/>
          </a:bodyPr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52285" y="6369839"/>
            <a:ext cx="11887199" cy="1501711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5765081"/>
            <a:ext cx="2326203" cy="103811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9084" y="6039388"/>
            <a:ext cx="1039689" cy="48683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144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7234" y="832147"/>
            <a:ext cx="11882249" cy="170785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52283" y="2844800"/>
            <a:ext cx="11887200" cy="503682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5585" y="952501"/>
            <a:ext cx="2118036" cy="67639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184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2283" y="2745000"/>
            <a:ext cx="11887199" cy="1958400"/>
          </a:xfrm>
        </p:spPr>
        <p:txBody>
          <a:bodyPr anchor="b"/>
          <a:lstStyle>
            <a:lvl1pPr algn="l">
              <a:defRPr sz="5333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2283" y="4706839"/>
            <a:ext cx="11887199" cy="1147200"/>
          </a:xfrm>
        </p:spPr>
        <p:txBody>
          <a:bodyPr anchor="t"/>
          <a:lstStyle>
            <a:lvl1pPr marL="0" indent="0" algn="l">
              <a:buNone/>
              <a:defRPr sz="2667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585" y="4237567"/>
            <a:ext cx="2118036" cy="67639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9084" y="4325520"/>
            <a:ext cx="1039689" cy="48683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816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52283" y="2844800"/>
            <a:ext cx="5751819" cy="5036829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87663" y="2834963"/>
            <a:ext cx="5751819" cy="5036829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5585" y="952501"/>
            <a:ext cx="2118036" cy="67639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9084" y="1050377"/>
            <a:ext cx="1039689" cy="48683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097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19164" y="2630271"/>
            <a:ext cx="5323643" cy="768349"/>
          </a:xfrm>
        </p:spPr>
        <p:txBody>
          <a:bodyPr anchor="b">
            <a:noAutofit/>
          </a:bodyPr>
          <a:lstStyle>
            <a:lvl1pPr marL="0" indent="0">
              <a:buNone/>
              <a:defRPr sz="3200" b="0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52283" y="3398621"/>
            <a:ext cx="5790524" cy="447208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008840" y="2625967"/>
            <a:ext cx="5332001" cy="768349"/>
          </a:xfrm>
        </p:spPr>
        <p:txBody>
          <a:bodyPr anchor="b">
            <a:noAutofit/>
          </a:bodyPr>
          <a:lstStyle>
            <a:lvl1pPr marL="0" indent="0">
              <a:buNone/>
              <a:defRPr sz="3200" b="0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555943" y="3394317"/>
            <a:ext cx="5784899" cy="447208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5585" y="952501"/>
            <a:ext cx="2118036" cy="67639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9084" y="1050377"/>
            <a:ext cx="1039689" cy="48683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103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5585" y="952501"/>
            <a:ext cx="2118036" cy="67639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48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5585" y="952501"/>
            <a:ext cx="2118036" cy="67639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003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2283" y="594784"/>
            <a:ext cx="4673599" cy="1301749"/>
          </a:xfrm>
        </p:spPr>
        <p:txBody>
          <a:bodyPr anchor="b"/>
          <a:lstStyle>
            <a:lvl1pPr algn="l">
              <a:defRPr sz="2667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30683" y="594785"/>
            <a:ext cx="6908800" cy="7219951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52283" y="2131484"/>
            <a:ext cx="4673599" cy="5683248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585" y="952501"/>
            <a:ext cx="2118036" cy="67639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43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2284" y="6400800"/>
            <a:ext cx="11887200" cy="755651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452283" y="846620"/>
            <a:ext cx="11887200" cy="5139960"/>
          </a:xfrm>
        </p:spPr>
        <p:txBody>
          <a:bodyPr anchor="t">
            <a:normAutofit/>
          </a:bodyPr>
          <a:lstStyle>
            <a:lvl1pPr marL="0" indent="0" algn="ctr">
              <a:buNone/>
              <a:defRPr sz="2133"/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  <a:lvl6pPr marL="3047924" indent="0">
              <a:buNone/>
              <a:defRPr sz="2133"/>
            </a:lvl6pPr>
            <a:lvl7pPr marL="3657509" indent="0">
              <a:buNone/>
              <a:defRPr sz="2133"/>
            </a:lvl7pPr>
            <a:lvl8pPr marL="4267093" indent="0">
              <a:buNone/>
              <a:defRPr sz="2133"/>
            </a:lvl8pPr>
            <a:lvl9pPr marL="4876678" indent="0">
              <a:buNone/>
              <a:defRPr sz="213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52284" y="7156451"/>
            <a:ext cx="11887200" cy="65828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585" y="6548967"/>
            <a:ext cx="2118036" cy="67639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09084" y="6644117"/>
            <a:ext cx="1039689" cy="48683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271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2283" y="812800"/>
            <a:ext cx="11887199" cy="4156053"/>
          </a:xfrm>
        </p:spPr>
        <p:txBody>
          <a:bodyPr anchor="ctr">
            <a:normAutofit/>
          </a:bodyPr>
          <a:lstStyle>
            <a:lvl1pPr algn="l">
              <a:defRPr sz="6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2283" y="5805395"/>
            <a:ext cx="11887199" cy="2074485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585" y="4237567"/>
            <a:ext cx="2118036" cy="67639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9084" y="4325520"/>
            <a:ext cx="1039689" cy="48683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254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9932" y="812800"/>
            <a:ext cx="11191901" cy="3860800"/>
          </a:xfrm>
        </p:spPr>
        <p:txBody>
          <a:bodyPr anchor="ctr">
            <a:normAutofit/>
          </a:bodyPr>
          <a:lstStyle>
            <a:lvl1pPr algn="l">
              <a:defRPr sz="6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366683" y="4673600"/>
            <a:ext cx="10048739" cy="508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1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2283" y="5805395"/>
            <a:ext cx="11887199" cy="2074485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5585" y="4237567"/>
            <a:ext cx="2118036" cy="67639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9084" y="4325520"/>
            <a:ext cx="1039689" cy="48683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290203" y="864007"/>
            <a:ext cx="812800" cy="779701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/>
          <a:p>
            <a:pPr lvl="0"/>
            <a:r>
              <a:rPr lang="en-US" sz="10666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9803" y="3873742"/>
            <a:ext cx="812800" cy="779701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/>
          <a:p>
            <a:pPr lvl="0"/>
            <a:r>
              <a:rPr lang="en-US" sz="10666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442967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2284" y="3251201"/>
            <a:ext cx="11887200" cy="3633127"/>
          </a:xfrm>
        </p:spPr>
        <p:txBody>
          <a:bodyPr anchor="b">
            <a:normAutofit/>
          </a:bodyPr>
          <a:lstStyle>
            <a:lvl1pPr algn="l">
              <a:defRPr sz="6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52284" y="6908800"/>
            <a:ext cx="11887200" cy="972829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585" y="6548967"/>
            <a:ext cx="2118036" cy="67639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09084" y="6644117"/>
            <a:ext cx="1039689" cy="48683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172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799932" y="812800"/>
            <a:ext cx="11191901" cy="3860800"/>
          </a:xfrm>
        </p:spPr>
        <p:txBody>
          <a:bodyPr anchor="ctr">
            <a:normAutofit/>
          </a:bodyPr>
          <a:lstStyle>
            <a:lvl1pPr algn="l">
              <a:defRPr sz="6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452283" y="5791200"/>
            <a:ext cx="11887200" cy="11176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200">
                <a:solidFill>
                  <a:schemeClr val="accent1"/>
                </a:solidFill>
              </a:defRPr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52284" y="6908800"/>
            <a:ext cx="11887200" cy="972829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5585" y="6548967"/>
            <a:ext cx="2118036" cy="67639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09084" y="6644117"/>
            <a:ext cx="1039689" cy="48683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3290203" y="864007"/>
            <a:ext cx="812800" cy="779701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/>
          <a:p>
            <a:pPr lvl="0"/>
            <a:r>
              <a:rPr lang="en-US" sz="10666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9803" y="3873742"/>
            <a:ext cx="812800" cy="779701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/>
          <a:p>
            <a:pPr lvl="0"/>
            <a:r>
              <a:rPr lang="en-US" sz="10666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273601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2283" y="836543"/>
            <a:ext cx="11887199" cy="3840027"/>
          </a:xfrm>
        </p:spPr>
        <p:txBody>
          <a:bodyPr anchor="ctr">
            <a:normAutofit/>
          </a:bodyPr>
          <a:lstStyle>
            <a:lvl1pPr algn="l">
              <a:defRPr sz="6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452283" y="5791200"/>
            <a:ext cx="11887200" cy="11176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200">
                <a:solidFill>
                  <a:schemeClr val="accent1"/>
                </a:solidFill>
              </a:defRPr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52284" y="6908800"/>
            <a:ext cx="11887200" cy="972829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585" y="6548967"/>
            <a:ext cx="2118036" cy="67639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09084" y="6644117"/>
            <a:ext cx="1039689" cy="48683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5382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5585" y="952501"/>
            <a:ext cx="2118036" cy="67639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8664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393083" y="836541"/>
            <a:ext cx="2943468" cy="7045089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52283" y="836541"/>
            <a:ext cx="8636000" cy="70450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5585" y="952501"/>
            <a:ext cx="2118036" cy="67639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44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2" y="304800"/>
            <a:ext cx="3802021" cy="8851504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6295" y="-1048"/>
            <a:ext cx="3142232" cy="913871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243840" cy="9144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57233" y="832147"/>
            <a:ext cx="11882249" cy="17078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2283" y="2844800"/>
            <a:ext cx="118872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815484" y="8173916"/>
            <a:ext cx="1528377" cy="4938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2283" y="8181078"/>
            <a:ext cx="10159999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09084" y="1050377"/>
            <a:ext cx="1039689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667">
                <a:solidFill>
                  <a:srgbClr val="FE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583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609585" rtl="0" eaLnBrk="1" latinLnBrk="0" hangingPunct="1">
        <a:spcBef>
          <a:spcPct val="0"/>
        </a:spcBef>
        <a:buNone/>
        <a:defRPr sz="48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57189" indent="-457189" algn="l" defTabSz="609585" rtl="0" eaLnBrk="1" latinLnBrk="0" hangingPunct="1">
        <a:spcBef>
          <a:spcPts val="1333"/>
        </a:spcBef>
        <a:spcAft>
          <a:spcPts val="0"/>
        </a:spcAft>
        <a:buClr>
          <a:schemeClr val="accent1"/>
        </a:buClr>
        <a:buFont typeface="Wingdings 3" charset="2"/>
        <a:buChar char="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ts val="1333"/>
        </a:spcBef>
        <a:spcAft>
          <a:spcPts val="0"/>
        </a:spcAft>
        <a:buClr>
          <a:schemeClr val="accent1"/>
        </a:buClr>
        <a:buFont typeface="Wingdings 3" charset="2"/>
        <a:buChar char=""/>
        <a:defRPr sz="213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ts val="1333"/>
        </a:spcBef>
        <a:spcAft>
          <a:spcPts val="0"/>
        </a:spcAft>
        <a:buClr>
          <a:schemeClr val="accent1"/>
        </a:buClr>
        <a:buFont typeface="Wingdings 3" charset="2"/>
        <a:buChar char=""/>
        <a:defRPr sz="186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ts val="1333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ts val="1333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ts val="1333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ts val="1333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ts val="1333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ts val="1333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iL32R10MwnqoPVbwOMmwd7ty1BOXZD-R/view?usp=sharing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hora aplica el fondo de la diapositiva 2 aqi y tambien modifica el teto que Dice &quot;Módulo 1 – Desarrollo Avanzado en Python&quot; por &quot;Módulo 2 – Ciencia de Datos y Machine Learning con Python&quot;">
            <a:extLst>
              <a:ext uri="{FF2B5EF4-FFF2-40B4-BE49-F238E27FC236}">
                <a16:creationId xmlns:a16="http://schemas.microsoft.com/office/drawing/2014/main" id="{F8D4DC33-3C58-9A8B-7E28-5BACB35C5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6381133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C112F15-3E7C-6257-A542-1FECE9ECD095}"/>
              </a:ext>
            </a:extLst>
          </p:cNvPr>
          <p:cNvSpPr txBox="1"/>
          <p:nvPr/>
        </p:nvSpPr>
        <p:spPr>
          <a:xfrm>
            <a:off x="7736681" y="37719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041929D-4A6C-C132-88F3-951CD10DA19B}"/>
              </a:ext>
            </a:extLst>
          </p:cNvPr>
          <p:cNvSpPr txBox="1"/>
          <p:nvPr/>
        </p:nvSpPr>
        <p:spPr>
          <a:xfrm>
            <a:off x="5080000" y="8153400"/>
            <a:ext cx="44646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3600" b="1" dirty="0">
                <a:solidFill>
                  <a:srgbClr val="0070C0"/>
                </a:solidFill>
              </a:rPr>
              <a:t>Regresión Logística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8796234-6DBE-CCAA-FAE3-B33233BE3454}"/>
              </a:ext>
            </a:extLst>
          </p:cNvPr>
          <p:cNvSpPr txBox="1"/>
          <p:nvPr/>
        </p:nvSpPr>
        <p:spPr>
          <a:xfrm>
            <a:off x="11099800" y="685800"/>
            <a:ext cx="48205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rgbClr val="0070C0"/>
                </a:solidFill>
              </a:rPr>
              <a:t>Ejemplo de </a:t>
            </a:r>
            <a:r>
              <a:rPr lang="es-AR" sz="2400" b="1" dirty="0">
                <a:solidFill>
                  <a:srgbClr val="0070C0"/>
                </a:solidFill>
                <a:hlinkClick r:id="rId3"/>
              </a:rPr>
              <a:t>Regresión</a:t>
            </a:r>
            <a:r>
              <a:rPr lang="es-AR" sz="2400" b="1" dirty="0">
                <a:solidFill>
                  <a:srgbClr val="0070C0"/>
                </a:solidFill>
              </a:rPr>
              <a:t> Logística</a:t>
            </a:r>
          </a:p>
        </p:txBody>
      </p:sp>
    </p:spTree>
    <p:extLst>
      <p:ext uri="{BB962C8B-B14F-4D97-AF65-F5344CB8AC3E}">
        <p14:creationId xmlns:p14="http://schemas.microsoft.com/office/powerpoint/2010/main" val="2974333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5" y="762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A3FB400-A34D-A909-94FD-2A8AC6598943}"/>
              </a:ext>
            </a:extLst>
          </p:cNvPr>
          <p:cNvSpPr txBox="1"/>
          <p:nvPr/>
        </p:nvSpPr>
        <p:spPr>
          <a:xfrm>
            <a:off x="3022600" y="2743200"/>
            <a:ext cx="1117966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6000" b="1" dirty="0"/>
              <a:t>Matriz de Confusión Métricas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Aspecto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</TotalTime>
  <Words>10</Words>
  <Application>Microsoft Office PowerPoint</Application>
  <PresentationFormat>Personalizado</PresentationFormat>
  <Paragraphs>3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Arial</vt:lpstr>
      <vt:lpstr>Century Gothic</vt:lpstr>
      <vt:lpstr>Wingdings 3</vt:lpstr>
      <vt:lpstr>Espiral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cris saez</cp:lastModifiedBy>
  <cp:revision>4</cp:revision>
  <dcterms:created xsi:type="dcterms:W3CDTF">2006-08-16T00:00:00Z</dcterms:created>
  <dcterms:modified xsi:type="dcterms:W3CDTF">2026-07-30T04:12:16Z</dcterms:modified>
</cp:coreProperties>
</file>